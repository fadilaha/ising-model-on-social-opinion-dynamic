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58" r:id="rId4"/>
    <p:sldId id="256" r:id="rId5"/>
    <p:sldId id="259" r:id="rId6"/>
    <p:sldId id="266" r:id="rId7"/>
    <p:sldId id="262" r:id="rId8"/>
    <p:sldId id="260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CCEBC-AB63-431D-AB90-E2CB97652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A4055-BC71-E668-BEEB-93F4C00B7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41D97-9747-8241-F84A-2EC552039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8146-E250-4424-A460-60AC0DE9C21A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F6EC6-2D8B-691A-D7D6-6BDE8F29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851F4-9C00-25B3-BABB-9ED04687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127A-D11B-44FE-A864-D9666CEDC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2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39AF3-0B9C-CD72-3E7C-B37D60E2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2400D-B161-B2CE-E76D-78650F73E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63EBF-EA12-B9BD-DA35-C0533E787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8146-E250-4424-A460-60AC0DE9C21A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A64E3-944C-1D0A-FCA4-D2A26F129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3A31D-4BE6-AA2B-CC8F-92E8AAE53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127A-D11B-44FE-A864-D9666CEDC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59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E11D-9DEB-869E-FF82-96F81209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C7131-AE2D-E201-6A50-335E41C7C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68FE3-D56D-0DCA-8E53-619442CCC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8146-E250-4424-A460-60AC0DE9C21A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A01A3-A92A-3B88-37CD-3B7D07046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D1214-B3B0-C43A-8AF8-87288C2C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127A-D11B-44FE-A864-D9666CEDC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83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1A89B-13B6-CF4E-49E8-F63E1F7D8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3747A-9247-874A-BD8F-3BE31BC97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53F4A-369C-DB7D-8DA5-AD4435A4D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BDF5F-3198-EDE0-09B4-41EA051B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8146-E250-4424-A460-60AC0DE9C21A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5349C-3CF9-9ED8-7A5A-8C3892CE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CD614-CD21-B058-353C-226CF62F8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127A-D11B-44FE-A864-D9666CEDC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91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E5E7-CBCB-AE95-1222-E1FC062E7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2FEAB-44ED-1EA5-4294-E111DB01B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06E99-6530-12A4-9E9E-2AB1DFCF7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61DD85-8513-CF32-B4EA-F5C3462D83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C78057-65D3-1D30-F4DD-BE6819D27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9B8FFC-005D-3325-007F-BAB3C90C7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8146-E250-4424-A460-60AC0DE9C21A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595B6C-63CB-F45C-4F97-B69B6DE4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76774-FD4F-A1FE-A87E-EC68FF0FE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127A-D11B-44FE-A864-D9666CEDC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7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96310-2F6C-A7EF-03A3-5F3D667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C8625-B9BC-DE26-1F7A-DF6C30010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8146-E250-4424-A460-60AC0DE9C21A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239EC-5E86-F6B4-9456-19ADAA00F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F64AB6-FEB3-2AE1-0221-992C48BD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127A-D11B-44FE-A864-D9666CEDC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57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475CC8-4ED4-4DA7-59A2-291509A42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8146-E250-4424-A460-60AC0DE9C21A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AF2526-DC2A-6F39-17A2-1552F4A0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3777D-C9E6-EE61-73AD-66D931F3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127A-D11B-44FE-A864-D9666CEDC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07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19F1-727D-DF0C-F397-40EEBE33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38568-9DA3-D87B-9DD1-F4F03D348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8D579-4228-1B18-28F4-0D6953360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45250-4D89-4578-AF21-E75E877EC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8146-E250-4424-A460-60AC0DE9C21A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225CC-11AF-CB51-35F5-89B83CE51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9AB22-A3BE-BCF9-4F5E-1AD9A21EE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127A-D11B-44FE-A864-D9666CEDC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0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ABA4-140C-7886-C3D0-68256E378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B16013-04A2-5C29-A0C4-3BBDF9205B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9D0D-E19F-894F-DFC2-FB3DE7D3E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0E142-3250-2126-98D9-13F08BB89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8146-E250-4424-A460-60AC0DE9C21A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7D171-B54C-E7A1-AF4F-52FB752D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1985A-3A1D-A36D-85C8-B2179E7CC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127A-D11B-44FE-A864-D9666CEDC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58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8C295-8D1B-7E6C-994D-6ACC8D580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70999-7D0D-87B7-0E61-29FEB2230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7614E-BEC1-20E8-6561-6D13F9F67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8146-E250-4424-A460-60AC0DE9C21A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6617F-3771-2DE9-CCCD-B7FCBEE40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ADC-3549-2F9C-E0DC-A7C42A83B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127A-D11B-44FE-A864-D9666CEDC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61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9D68E6-25E8-2F67-8884-2E294B21C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4E030-EDE8-A990-763F-30CE4AB05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B9F85-526D-BC90-127B-6A8A56FF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8146-E250-4424-A460-60AC0DE9C21A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58DF9-CFDA-6CF6-79C9-6A433200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90793-2439-BE8E-DACB-99331B4E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7127A-D11B-44FE-A864-D9666CEDC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9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92541-9855-3D93-1AFC-5CD073E9A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5E3D8-2ED1-ACB9-B9AB-EA394036F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3F1FA-244C-CAE4-5317-B328FA113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38146-E250-4424-A460-60AC0DE9C21A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5C412-1DFB-85ED-E7A2-216ADC867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C15A4-659C-D926-32BA-620411A34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7127A-D11B-44FE-A864-D9666CEDC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8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1B28-02DB-513D-27F4-F16BE4351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8991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79CB7-5517-C66B-C375-B9844655F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845"/>
            <a:ext cx="10515600" cy="47611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Notes:</a:t>
            </a:r>
          </a:p>
          <a:p>
            <a:r>
              <a:rPr lang="en-US" sz="2400" dirty="0"/>
              <a:t>The first three slides shows several results on different condition of generated </a:t>
            </a:r>
            <a:r>
              <a:rPr lang="en-US" sz="2400" dirty="0" err="1"/>
              <a:t>h_ext</a:t>
            </a:r>
            <a:r>
              <a:rPr lang="en-US" sz="2400" dirty="0"/>
              <a:t>.</a:t>
            </a:r>
          </a:p>
          <a:p>
            <a:r>
              <a:rPr lang="en-US" sz="2400" dirty="0"/>
              <a:t>h__</a:t>
            </a:r>
            <a:r>
              <a:rPr lang="en-US" sz="2400" dirty="0" err="1"/>
              <a:t>ext</a:t>
            </a:r>
            <a:r>
              <a:rPr lang="en-US" sz="2400" dirty="0"/>
              <a:t>(xx), the xx shows the seed used to produce that </a:t>
            </a:r>
            <a:r>
              <a:rPr lang="en-US" sz="2400" dirty="0" err="1"/>
              <a:t>h_ext</a:t>
            </a:r>
            <a:r>
              <a:rPr lang="en-US" sz="2400" dirty="0"/>
              <a:t> events.</a:t>
            </a:r>
          </a:p>
          <a:p>
            <a:r>
              <a:rPr lang="en-US" sz="2400" dirty="0"/>
              <a:t>The 5</a:t>
            </a:r>
            <a:r>
              <a:rPr lang="en-US" sz="2400" baseline="30000" dirty="0"/>
              <a:t>th</a:t>
            </a:r>
            <a:r>
              <a:rPr lang="en-US" sz="2400" dirty="0"/>
              <a:t> slide shows that the model’s top band rule still tend to locked the collective opinion from fluctuating. I asked </a:t>
            </a:r>
            <a:r>
              <a:rPr lang="en-US" sz="2400" dirty="0" err="1"/>
              <a:t>claude</a:t>
            </a:r>
            <a:r>
              <a:rPr lang="en-US" sz="2400" dirty="0"/>
              <a:t> to look for seed which gives </a:t>
            </a:r>
            <a:r>
              <a:rPr lang="en-US" sz="2400" dirty="0" err="1"/>
              <a:t>h_ext</a:t>
            </a:r>
            <a:r>
              <a:rPr lang="en-US" sz="2400" dirty="0"/>
              <a:t> event able to pull the collective M from the top band. Yet, it did not find any seed that produce that (the collective opinion still locked after reaching top band).</a:t>
            </a:r>
          </a:p>
          <a:p>
            <a:r>
              <a:rPr lang="en-US" sz="2400" dirty="0"/>
              <a:t>Hence, I revise the middle and top band rule to be the newest one. Instead of exponential, the top band now has rule D= Do(3 + k. </a:t>
            </a:r>
            <a:r>
              <a:rPr lang="en-US" sz="2400" dirty="0" err="1"/>
              <a:t>dM</a:t>
            </a:r>
            <a:r>
              <a:rPr lang="en-US" sz="2400" dirty="0"/>
              <a:t>). Similar to the top band, the middle band rule is D= Do(1 + k. </a:t>
            </a:r>
            <a:r>
              <a:rPr lang="en-US" sz="2400" dirty="0" err="1"/>
              <a:t>dM</a:t>
            </a:r>
            <a:r>
              <a:rPr lang="en-US" sz="2400" dirty="0"/>
              <a:t>).</a:t>
            </a:r>
          </a:p>
          <a:p>
            <a:r>
              <a:rPr lang="en-US" sz="2400" dirty="0"/>
              <a:t>k=4 is used because it produce a rule-base D which gives a visible brake effect but not locking the collective opinion to the point it is very hard to pull or push it back from the top band.</a:t>
            </a:r>
          </a:p>
          <a:p>
            <a:r>
              <a:rPr lang="en-US" sz="2400" dirty="0"/>
              <a:t>The result of the new D-rules can be seen started from the 6</a:t>
            </a:r>
            <a:r>
              <a:rPr lang="en-US" sz="2400" baseline="30000" dirty="0"/>
              <a:t>th</a:t>
            </a:r>
            <a:r>
              <a:rPr lang="en-US" sz="2400" dirty="0"/>
              <a:t> slide.</a:t>
            </a:r>
          </a:p>
        </p:txBody>
      </p:sp>
    </p:spTree>
    <p:extLst>
      <p:ext uri="{BB962C8B-B14F-4D97-AF65-F5344CB8AC3E}">
        <p14:creationId xmlns:p14="http://schemas.microsoft.com/office/powerpoint/2010/main" val="3333413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D2DAF-9B16-D6F6-C072-20DAAEA07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EE1D2-36E8-01E3-F039-866713D7E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355"/>
            <a:ext cx="10515600" cy="4849608"/>
          </a:xfrm>
        </p:spPr>
        <p:txBody>
          <a:bodyPr/>
          <a:lstStyle/>
          <a:p>
            <a:r>
              <a:rPr lang="en-US" dirty="0"/>
              <a:t>I tested several conditions of external field on different D values:</a:t>
            </a:r>
          </a:p>
          <a:p>
            <a:pPr lvl="1"/>
            <a:r>
              <a:rPr lang="en-US" dirty="0"/>
              <a:t>D=0  (constant)</a:t>
            </a:r>
          </a:p>
          <a:p>
            <a:pPr lvl="1"/>
            <a:r>
              <a:rPr lang="en-US" dirty="0"/>
              <a:t>D=-0.5  (constant)</a:t>
            </a:r>
          </a:p>
          <a:p>
            <a:pPr lvl="1"/>
            <a:r>
              <a:rPr lang="en-US" dirty="0"/>
              <a:t>D=D(M) (rule-based)</a:t>
            </a:r>
          </a:p>
          <a:p>
            <a:r>
              <a:rPr lang="en-US" dirty="0"/>
              <a:t>This experiment section is conducted to: </a:t>
            </a:r>
          </a:p>
          <a:p>
            <a:pPr lvl="1"/>
            <a:r>
              <a:rPr lang="en-US" dirty="0"/>
              <a:t>Show and compare the braking effect of different D values.</a:t>
            </a:r>
          </a:p>
          <a:p>
            <a:pPr lvl="1"/>
            <a:r>
              <a:rPr lang="en-US" dirty="0"/>
              <a:t>Compare how different </a:t>
            </a:r>
            <a:r>
              <a:rPr lang="en-US" dirty="0" err="1"/>
              <a:t>h_ext</a:t>
            </a:r>
            <a:r>
              <a:rPr lang="en-US" dirty="0"/>
              <a:t> sequences affect the capability of M to shift from the top band (where the resistance is high). [This is observed better in the section where the D-rule has been revised].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D85FA4B-23F2-E084-BE48-BBE757FBA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8991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902825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98953-951D-AE1C-D851-ECEF5005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CECAFD-C7C6-2AFD-03BA-CDDE00EBC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4693" y="531651"/>
            <a:ext cx="5731305" cy="3626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AA82AE-F932-5547-08D1-F9243E1A1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157794"/>
            <a:ext cx="10102646" cy="26460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0425A9-EB72-510D-C9A9-32A985C24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7877" y="2154473"/>
            <a:ext cx="5856137" cy="1812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D99928-6386-0731-59C3-B94F71BB2B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2863" y="137914"/>
            <a:ext cx="4946164" cy="19416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1C467E-867F-CF27-3F9E-7A87A881B56F}"/>
              </a:ext>
            </a:extLst>
          </p:cNvPr>
          <p:cNvSpPr txBox="1"/>
          <p:nvPr/>
        </p:nvSpPr>
        <p:spPr>
          <a:xfrm>
            <a:off x="572973" y="137914"/>
            <a:ext cx="275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h_felt</a:t>
            </a:r>
            <a:r>
              <a:rPr lang="en-US" dirty="0"/>
              <a:t>=0 (no external field)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7E46D3-8158-1EF4-90B6-959F683937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7396" y="4791097"/>
            <a:ext cx="1956618" cy="68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69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82BE72-F425-1BFD-49B8-D192CD1E7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92" y="531651"/>
            <a:ext cx="5731308" cy="3626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C40747-8118-265C-E1E7-BC913443F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7794"/>
            <a:ext cx="10102646" cy="2646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91FD21-D0DE-C991-DBA7-0867598F3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877" y="2154472"/>
            <a:ext cx="5856137" cy="18126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91F72D-ECE1-6ED4-A56B-7AC9A3F5C8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863" y="137914"/>
            <a:ext cx="4946164" cy="19416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FC56E3-68CF-E861-F409-9A2FBE59E656}"/>
              </a:ext>
            </a:extLst>
          </p:cNvPr>
          <p:cNvSpPr txBox="1"/>
          <p:nvPr/>
        </p:nvSpPr>
        <p:spPr>
          <a:xfrm>
            <a:off x="781665" y="221226"/>
            <a:ext cx="1167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h_felt</a:t>
            </a:r>
            <a:r>
              <a:rPr lang="en-US" dirty="0"/>
              <a:t> (58)</a:t>
            </a:r>
          </a:p>
        </p:txBody>
      </p:sp>
    </p:spTree>
    <p:extLst>
      <p:ext uri="{BB962C8B-B14F-4D97-AF65-F5344CB8AC3E}">
        <p14:creationId xmlns:p14="http://schemas.microsoft.com/office/powerpoint/2010/main" val="828919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27A4F-EB06-6AE4-92C6-3AEE1F32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AF88FC-DDF4-311E-7325-7ABC53864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4693" y="531651"/>
            <a:ext cx="5731305" cy="36261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A175AF-524B-D1A9-2888-BC1CB1DB1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157794"/>
            <a:ext cx="10102643" cy="26460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50B821-81E9-2E04-2D22-F23798C3DC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7878" y="2154473"/>
            <a:ext cx="5856134" cy="1812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0E1989-31D7-DDED-8C78-E4D4E7A5A0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2864" y="137914"/>
            <a:ext cx="4946161" cy="19416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76DAF5-02F8-27EC-75A4-2A365373D673}"/>
              </a:ext>
            </a:extLst>
          </p:cNvPr>
          <p:cNvSpPr txBox="1"/>
          <p:nvPr/>
        </p:nvSpPr>
        <p:spPr>
          <a:xfrm>
            <a:off x="572973" y="137914"/>
            <a:ext cx="1121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h_felt</a:t>
            </a:r>
            <a:r>
              <a:rPr lang="en-US" dirty="0"/>
              <a:t>(25)</a:t>
            </a:r>
          </a:p>
        </p:txBody>
      </p:sp>
    </p:spTree>
    <p:extLst>
      <p:ext uri="{BB962C8B-B14F-4D97-AF65-F5344CB8AC3E}">
        <p14:creationId xmlns:p14="http://schemas.microsoft.com/office/powerpoint/2010/main" val="307148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2FFFD-975A-33D7-4016-114815ED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07C46-0167-4084-C77E-831D18A07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5DE96-4248-0AF7-5DC2-9AA393365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BAND RULE</a:t>
            </a:r>
          </a:p>
        </p:txBody>
      </p:sp>
    </p:spTree>
    <p:extLst>
      <p:ext uri="{BB962C8B-B14F-4D97-AF65-F5344CB8AC3E}">
        <p14:creationId xmlns:p14="http://schemas.microsoft.com/office/powerpoint/2010/main" val="3324015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26E59-764B-FDE9-689E-25D78180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00BAB-453E-90F2-E1E3-0E88D56B3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4693" y="531651"/>
            <a:ext cx="5731304" cy="36261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EEF91D-CF3C-C636-9290-F9065DBBF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157794"/>
            <a:ext cx="10102639" cy="2646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B66DC2-3620-AB5E-A235-62870FF2AA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7879" y="2154473"/>
            <a:ext cx="5856131" cy="18126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87BBFD-6D75-AF86-49C8-09CF70148B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2865" y="137914"/>
            <a:ext cx="4946159" cy="19416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3114DA-C7D3-33C5-B619-6700E2BCEF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2642" y="4841413"/>
            <a:ext cx="2089357" cy="7365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8B13A1-1E72-94E6-2C84-5112ACF31951}"/>
              </a:ext>
            </a:extLst>
          </p:cNvPr>
          <p:cNvSpPr txBox="1"/>
          <p:nvPr/>
        </p:nvSpPr>
        <p:spPr>
          <a:xfrm>
            <a:off x="572973" y="137914"/>
            <a:ext cx="275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h_felt</a:t>
            </a:r>
            <a:r>
              <a:rPr lang="en-US" dirty="0"/>
              <a:t>=0 (no external field)</a:t>
            </a:r>
          </a:p>
        </p:txBody>
      </p:sp>
    </p:spTree>
    <p:extLst>
      <p:ext uri="{BB962C8B-B14F-4D97-AF65-F5344CB8AC3E}">
        <p14:creationId xmlns:p14="http://schemas.microsoft.com/office/powerpoint/2010/main" val="2087289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B9DEE-48B7-C427-9EFA-BC781A584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A151E8-F9E8-A153-BE4E-B993006B0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4693" y="531651"/>
            <a:ext cx="5731304" cy="36261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647556-13D1-B5AD-649D-19C0E7094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157794"/>
            <a:ext cx="10102643" cy="2646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B169D2-3E4A-345C-D81B-502ED4F395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7878" y="2154473"/>
            <a:ext cx="5856134" cy="18126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C0722E-B684-DD88-685A-0BB77AD374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2864" y="137914"/>
            <a:ext cx="4946161" cy="19416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AF61F9-7A2F-20ED-81DF-E51FF7ADF156}"/>
              </a:ext>
            </a:extLst>
          </p:cNvPr>
          <p:cNvSpPr txBox="1"/>
          <p:nvPr/>
        </p:nvSpPr>
        <p:spPr>
          <a:xfrm>
            <a:off x="572973" y="137914"/>
            <a:ext cx="1121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h_felt</a:t>
            </a:r>
            <a:r>
              <a:rPr lang="en-US" dirty="0"/>
              <a:t>(58)</a:t>
            </a:r>
          </a:p>
        </p:txBody>
      </p:sp>
    </p:spTree>
    <p:extLst>
      <p:ext uri="{BB962C8B-B14F-4D97-AF65-F5344CB8AC3E}">
        <p14:creationId xmlns:p14="http://schemas.microsoft.com/office/powerpoint/2010/main" val="618995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EF207-518D-24F2-3943-A8B76702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378226-4D73-DD33-27C5-1A89F9569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4693" y="531651"/>
            <a:ext cx="5731304" cy="36261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5A929B-0920-74CA-A498-E29FCBABB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157794"/>
            <a:ext cx="10102639" cy="2646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EE0F27-8C4D-B0EA-901D-B539FC20AE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7879" y="2154473"/>
            <a:ext cx="5856131" cy="18126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062BA2-833E-0A55-D096-C2F884AF6F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2865" y="137914"/>
            <a:ext cx="4946159" cy="19416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7F1C30-6FDF-B985-B011-3D78D694A233}"/>
              </a:ext>
            </a:extLst>
          </p:cNvPr>
          <p:cNvSpPr txBox="1"/>
          <p:nvPr/>
        </p:nvSpPr>
        <p:spPr>
          <a:xfrm>
            <a:off x="572973" y="137914"/>
            <a:ext cx="1121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h_felt</a:t>
            </a:r>
            <a:r>
              <a:rPr lang="en-US" dirty="0"/>
              <a:t>(25)</a:t>
            </a:r>
          </a:p>
        </p:txBody>
      </p:sp>
    </p:spTree>
    <p:extLst>
      <p:ext uri="{BB962C8B-B14F-4D97-AF65-F5344CB8AC3E}">
        <p14:creationId xmlns:p14="http://schemas.microsoft.com/office/powerpoint/2010/main" val="4071174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03E6-46F2-8DD7-6EDF-A21C29990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EDF3FE-F0C9-380D-310C-418F0DE87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847" y="531651"/>
            <a:ext cx="5722996" cy="36261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8DDB03-9C6C-1591-9D84-7E703D7111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157794"/>
            <a:ext cx="10102639" cy="26460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A5DA58-9769-12BB-0623-7F8B447C61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7879" y="2154473"/>
            <a:ext cx="5856131" cy="18126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A13406-BA0E-0940-DA0B-264D74ADFF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2865" y="137914"/>
            <a:ext cx="4946159" cy="19416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FF386E-5444-C382-007C-748129F75B78}"/>
              </a:ext>
            </a:extLst>
          </p:cNvPr>
          <p:cNvSpPr txBox="1"/>
          <p:nvPr/>
        </p:nvSpPr>
        <p:spPr>
          <a:xfrm>
            <a:off x="572973" y="137914"/>
            <a:ext cx="1121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h_felt</a:t>
            </a:r>
            <a:r>
              <a:rPr lang="en-US" dirty="0"/>
              <a:t>(37)</a:t>
            </a:r>
          </a:p>
        </p:txBody>
      </p:sp>
    </p:spTree>
    <p:extLst>
      <p:ext uri="{BB962C8B-B14F-4D97-AF65-F5344CB8AC3E}">
        <p14:creationId xmlns:p14="http://schemas.microsoft.com/office/powerpoint/2010/main" val="4167641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364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RESULTS</vt:lpstr>
      <vt:lpstr>RESULTS</vt:lpstr>
      <vt:lpstr>PowerPoint Presentation</vt:lpstr>
      <vt:lpstr>PowerPoint Presentation</vt:lpstr>
      <vt:lpstr>PowerPoint Presentation</vt:lpstr>
      <vt:lpstr>RESULTS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Fadila Amalia</dc:creator>
  <cp:lastModifiedBy>Fadila Amalia</cp:lastModifiedBy>
  <cp:revision>1</cp:revision>
  <dcterms:created xsi:type="dcterms:W3CDTF">2026-10-23T07:10:21Z</dcterms:created>
  <dcterms:modified xsi:type="dcterms:W3CDTF">2026-10-23T09:36:52Z</dcterms:modified>
</cp:coreProperties>
</file>